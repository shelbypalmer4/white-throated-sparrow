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210312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/>
    <p:restoredTop sz="96327"/>
  </p:normalViewPr>
  <p:slideViewPr>
    <p:cSldViewPr snapToGrid="0">
      <p:cViewPr varScale="1">
        <p:scale>
          <a:sx n="76" d="100"/>
          <a:sy n="76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8900" y="1496484"/>
            <a:ext cx="157734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8900" y="4802717"/>
            <a:ext cx="157734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08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4941" y="2279652"/>
            <a:ext cx="1813941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941" y="6119285"/>
            <a:ext cx="1813941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4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5895" y="2434167"/>
            <a:ext cx="89382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47045" y="2434167"/>
            <a:ext cx="89382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9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4" y="486834"/>
            <a:ext cx="1813941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8635" y="2241551"/>
            <a:ext cx="889718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8635" y="3340100"/>
            <a:ext cx="889718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47045" y="2241551"/>
            <a:ext cx="894099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47045" y="3340100"/>
            <a:ext cx="894099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8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9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609600"/>
            <a:ext cx="6783109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999" y="1316567"/>
            <a:ext cx="1064704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2743200"/>
            <a:ext cx="6783109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1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609600"/>
            <a:ext cx="6783109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40999" y="1316567"/>
            <a:ext cx="1064704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2743200"/>
            <a:ext cx="6783109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4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4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050452" y="486833"/>
            <a:ext cx="453485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5895" y="486833"/>
            <a:ext cx="1334166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8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5895" y="486834"/>
            <a:ext cx="1813941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5895" y="2434167"/>
            <a:ext cx="1813941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5895" y="8475134"/>
            <a:ext cx="47320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CAC08-62B0-E045-A04A-2F7EE9297659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66585" y="8475134"/>
            <a:ext cx="709803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3285" y="8475134"/>
            <a:ext cx="47320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0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D315FE5-2E9E-03BE-1DED-D96F98AE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8" y="875211"/>
            <a:ext cx="6400800" cy="640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75570A-5F02-BB4F-34A1-F899408864C7}"/>
              </a:ext>
            </a:extLst>
          </p:cNvPr>
          <p:cNvSpPr txBox="1"/>
          <p:nvPr/>
        </p:nvSpPr>
        <p:spPr>
          <a:xfrm>
            <a:off x="2147589" y="416297"/>
            <a:ext cx="4862811" cy="4924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Western North America (122.76W)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448AD-B60A-9588-8328-A07DF69F683E}"/>
              </a:ext>
            </a:extLst>
          </p:cNvPr>
          <p:cNvSpPr txBox="1"/>
          <p:nvPr/>
        </p:nvSpPr>
        <p:spPr>
          <a:xfrm>
            <a:off x="8548385" y="416297"/>
            <a:ext cx="4862815" cy="4924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Central North America (93.25W)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61176-BE7A-18F3-6D1B-F74E188330BA}"/>
              </a:ext>
            </a:extLst>
          </p:cNvPr>
          <p:cNvSpPr txBox="1"/>
          <p:nvPr/>
        </p:nvSpPr>
        <p:spPr>
          <a:xfrm>
            <a:off x="14949185" y="416297"/>
            <a:ext cx="4862811" cy="4924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Eastern North America (73.90W)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5A41A8-D394-0D6C-8876-4546F315D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51" t="10975" r="5229" b="78985"/>
          <a:stretch>
            <a:fillRect/>
          </a:stretch>
        </p:blipFill>
        <p:spPr>
          <a:xfrm>
            <a:off x="5243685" y="7772400"/>
            <a:ext cx="11301475" cy="13220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A4EF8DC-D269-7C69-C46B-41596B64257A}"/>
              </a:ext>
            </a:extLst>
          </p:cNvPr>
          <p:cNvSpPr txBox="1"/>
          <p:nvPr/>
        </p:nvSpPr>
        <p:spPr>
          <a:xfrm rot="16200000">
            <a:off x="-1917417" y="3783224"/>
            <a:ext cx="5435601" cy="58477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Probability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A17E97-0D29-98D7-32AC-FEB59F5AA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2" y="875210"/>
            <a:ext cx="6400800" cy="6400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C090D-85E2-7BEF-5F3D-C33BB8244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2" y="875208"/>
            <a:ext cx="6400800" cy="6400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7106134-52A2-8312-8C05-9780570FB145}"/>
              </a:ext>
            </a:extLst>
          </p:cNvPr>
          <p:cNvSpPr/>
          <p:nvPr/>
        </p:nvSpPr>
        <p:spPr>
          <a:xfrm>
            <a:off x="3474720" y="6752792"/>
            <a:ext cx="1483940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83406D-9ACC-0ABF-9E4D-5F123959F90C}"/>
              </a:ext>
            </a:extLst>
          </p:cNvPr>
          <p:cNvSpPr txBox="1"/>
          <p:nvPr/>
        </p:nvSpPr>
        <p:spPr>
          <a:xfrm>
            <a:off x="7797797" y="7000986"/>
            <a:ext cx="5435601" cy="58477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27009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207</TotalTime>
  <Words>20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McEntee, Jay</dc:creator>
  <cp:lastModifiedBy>Taylor Hiers</cp:lastModifiedBy>
  <cp:revision>15</cp:revision>
  <dcterms:created xsi:type="dcterms:W3CDTF">2024-12-30T22:01:59Z</dcterms:created>
  <dcterms:modified xsi:type="dcterms:W3CDTF">2026-07-20T16:52:17Z</dcterms:modified>
</cp:coreProperties>
</file>