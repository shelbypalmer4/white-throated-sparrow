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</p:sldIdLst>
  <p:sldSz cx="109728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714"/>
    <p:restoredTop sz="96327"/>
  </p:normalViewPr>
  <p:slideViewPr>
    <p:cSldViewPr snapToGrid="0">
      <p:cViewPr>
        <p:scale>
          <a:sx n="108" d="100"/>
          <a:sy n="108" d="100"/>
        </p:scale>
        <p:origin x="19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197187"/>
            <a:ext cx="9326880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2174"/>
            <a:ext cx="82296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45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0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1823722"/>
            <a:ext cx="9464040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4895429"/>
            <a:ext cx="9464040" cy="16001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/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6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947333"/>
            <a:ext cx="46634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947333"/>
            <a:ext cx="46634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4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89468"/>
            <a:ext cx="946404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793241"/>
            <a:ext cx="4642008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672080"/>
            <a:ext cx="464200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1793241"/>
            <a:ext cx="4664869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2672080"/>
            <a:ext cx="4664869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3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1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5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87680"/>
            <a:ext cx="3539014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053255"/>
            <a:ext cx="5554980" cy="5198533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194560"/>
            <a:ext cx="3539014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12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87680"/>
            <a:ext cx="3539014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053255"/>
            <a:ext cx="5554980" cy="5198533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194560"/>
            <a:ext cx="3539014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68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9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389467"/>
            <a:ext cx="236601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389467"/>
            <a:ext cx="696087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29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89468"/>
            <a:ext cx="946404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947333"/>
            <a:ext cx="946404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CAC08-62B0-E045-A04A-2F7EE929765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780108"/>
            <a:ext cx="37033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6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CB480E-D773-4012-D7DE-EB1CBF7FE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D8CBA2-B3A7-4B20-9558-4B6CCE73107F}"/>
              </a:ext>
            </a:extLst>
          </p:cNvPr>
          <p:cNvCxnSpPr>
            <a:cxnSpLocks/>
          </p:cNvCxnSpPr>
          <p:nvPr/>
        </p:nvCxnSpPr>
        <p:spPr>
          <a:xfrm>
            <a:off x="6274500" y="4192173"/>
            <a:ext cx="4248443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E38946-BBE3-B8D1-F766-BF16B58BEE2C}"/>
              </a:ext>
            </a:extLst>
          </p:cNvPr>
          <p:cNvCxnSpPr>
            <a:cxnSpLocks/>
          </p:cNvCxnSpPr>
          <p:nvPr/>
        </p:nvCxnSpPr>
        <p:spPr>
          <a:xfrm>
            <a:off x="6274500" y="3301284"/>
            <a:ext cx="4248443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5B5CA8-7C09-29C1-2450-BA73F917A8C3}"/>
              </a:ext>
            </a:extLst>
          </p:cNvPr>
          <p:cNvCxnSpPr>
            <a:cxnSpLocks/>
          </p:cNvCxnSpPr>
          <p:nvPr/>
        </p:nvCxnSpPr>
        <p:spPr>
          <a:xfrm>
            <a:off x="6274500" y="2391366"/>
            <a:ext cx="4248443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79059D7-E19F-35D4-B935-6467CD736945}"/>
              </a:ext>
            </a:extLst>
          </p:cNvPr>
          <p:cNvCxnSpPr>
            <a:cxnSpLocks/>
          </p:cNvCxnSpPr>
          <p:nvPr/>
        </p:nvCxnSpPr>
        <p:spPr>
          <a:xfrm>
            <a:off x="792582" y="4189963"/>
            <a:ext cx="4248443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F79E146-A47A-E0A6-326A-0EB932B7B968}"/>
              </a:ext>
            </a:extLst>
          </p:cNvPr>
          <p:cNvCxnSpPr>
            <a:cxnSpLocks/>
          </p:cNvCxnSpPr>
          <p:nvPr/>
        </p:nvCxnSpPr>
        <p:spPr>
          <a:xfrm>
            <a:off x="792582" y="3299074"/>
            <a:ext cx="4248443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78A3AB-A9C3-772B-5E88-9DA44CA0B3EC}"/>
              </a:ext>
            </a:extLst>
          </p:cNvPr>
          <p:cNvCxnSpPr>
            <a:cxnSpLocks/>
          </p:cNvCxnSpPr>
          <p:nvPr/>
        </p:nvCxnSpPr>
        <p:spPr>
          <a:xfrm>
            <a:off x="792582" y="2389156"/>
            <a:ext cx="4248443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43FAD25-3A62-906B-EA35-DCF67B23B6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51" t="11082" r="59718" b="78011"/>
          <a:stretch>
            <a:fillRect/>
          </a:stretch>
        </p:blipFill>
        <p:spPr>
          <a:xfrm>
            <a:off x="1947132" y="239815"/>
            <a:ext cx="2081841" cy="7317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2C365F-4CDA-9D19-D41B-B0D9ABA722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634" t="10211" r="23694" b="78172"/>
          <a:stretch>
            <a:fillRect/>
          </a:stretch>
        </p:blipFill>
        <p:spPr>
          <a:xfrm>
            <a:off x="6340191" y="202415"/>
            <a:ext cx="4381470" cy="77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McEntee, Jay</dc:creator>
  <cp:lastModifiedBy>Taylor Hiers</cp:lastModifiedBy>
  <cp:revision>12</cp:revision>
  <dcterms:created xsi:type="dcterms:W3CDTF">2024-12-30T22:01:59Z</dcterms:created>
  <dcterms:modified xsi:type="dcterms:W3CDTF">2026-06-23T18:55:57Z</dcterms:modified>
</cp:coreProperties>
</file>