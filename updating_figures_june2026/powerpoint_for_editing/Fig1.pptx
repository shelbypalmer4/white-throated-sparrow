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</p:sldIdLst>
  <p:sldSz cx="109728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5"/>
    <p:restoredTop sz="96327"/>
  </p:normalViewPr>
  <p:slideViewPr>
    <p:cSldViewPr snapToGrid="0">
      <p:cViewPr varScale="1">
        <p:scale>
          <a:sx n="94" d="100"/>
          <a:sy n="94" d="100"/>
        </p:scale>
        <p:origin x="14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197187"/>
            <a:ext cx="9326880" cy="2546773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2174"/>
            <a:ext cx="8229600" cy="1766146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45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605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6" y="1823722"/>
            <a:ext cx="9464040" cy="3042919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6" y="4895429"/>
            <a:ext cx="9464040" cy="16001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/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61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1947333"/>
            <a:ext cx="466344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1947333"/>
            <a:ext cx="466344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346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389468"/>
            <a:ext cx="9464040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1793241"/>
            <a:ext cx="4642008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2672080"/>
            <a:ext cx="4642008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1" y="1793241"/>
            <a:ext cx="4664869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1" y="2672080"/>
            <a:ext cx="4664869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535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814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58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487680"/>
            <a:ext cx="3539014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1053255"/>
            <a:ext cx="5554980" cy="5198533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2194560"/>
            <a:ext cx="3539014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912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487680"/>
            <a:ext cx="3539014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1053255"/>
            <a:ext cx="5554980" cy="5198533"/>
          </a:xfrm>
        </p:spPr>
        <p:txBody>
          <a:bodyPr anchor="t"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2194560"/>
            <a:ext cx="3539014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368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791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1" y="389467"/>
            <a:ext cx="2366010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1" y="389467"/>
            <a:ext cx="6960870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29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389468"/>
            <a:ext cx="946404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1947333"/>
            <a:ext cx="946404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6780108"/>
            <a:ext cx="24688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6780108"/>
            <a:ext cx="370332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6780108"/>
            <a:ext cx="24688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6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BE1BD7-DA54-AE74-7938-FF6781895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46FED0-A298-0772-886C-BCB4BB963DFB}"/>
              </a:ext>
            </a:extLst>
          </p:cNvPr>
          <p:cNvSpPr txBox="1"/>
          <p:nvPr/>
        </p:nvSpPr>
        <p:spPr>
          <a:xfrm>
            <a:off x="1733266" y="292105"/>
            <a:ext cx="262037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Cretic example (– ◡ – 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08C1CB-8E7B-40E5-46CE-41D654A9B86A}"/>
              </a:ext>
            </a:extLst>
          </p:cNvPr>
          <p:cNvSpPr txBox="1"/>
          <p:nvPr/>
        </p:nvSpPr>
        <p:spPr>
          <a:xfrm>
            <a:off x="4353636" y="292105"/>
            <a:ext cx="262037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Trochaic example (– ◡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7EA069-1268-59E2-FABF-9E61D247F28D}"/>
              </a:ext>
            </a:extLst>
          </p:cNvPr>
          <p:cNvSpPr txBox="1"/>
          <p:nvPr/>
        </p:nvSpPr>
        <p:spPr>
          <a:xfrm>
            <a:off x="7192370" y="292105"/>
            <a:ext cx="262037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Dactylic example (– ◡ ◡ )</a:t>
            </a:r>
          </a:p>
        </p:txBody>
      </p:sp>
    </p:spTree>
    <p:extLst>
      <p:ext uri="{BB962C8B-B14F-4D97-AF65-F5344CB8AC3E}">
        <p14:creationId xmlns:p14="http://schemas.microsoft.com/office/powerpoint/2010/main" val="270098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169</TotalTime>
  <Words>17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McEntee, Jay</dc:creator>
  <cp:lastModifiedBy>Taylor Hiers</cp:lastModifiedBy>
  <cp:revision>11</cp:revision>
  <dcterms:created xsi:type="dcterms:W3CDTF">2024-12-30T22:01:59Z</dcterms:created>
  <dcterms:modified xsi:type="dcterms:W3CDTF">2026-06-22T18:51:31Z</dcterms:modified>
</cp:coreProperties>
</file>