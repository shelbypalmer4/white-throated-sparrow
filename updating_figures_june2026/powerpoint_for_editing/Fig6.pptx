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0972800" cy="11887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8714"/>
    <p:restoredTop sz="96327"/>
  </p:normalViewPr>
  <p:slideViewPr>
    <p:cSldViewPr snapToGrid="0">
      <p:cViewPr>
        <p:scale>
          <a:sx n="52" d="100"/>
          <a:sy n="52" d="100"/>
        </p:scale>
        <p:origin x="32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C38B7-6F7A-AD4D-B3E0-D97B688AE5E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05013" y="1143000"/>
            <a:ext cx="2847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DE3D8-25E8-104C-B280-3286FB65D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887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05013" y="1143000"/>
            <a:ext cx="28479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DE3D8-25E8-104C-B280-3286FB65D0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75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945429"/>
            <a:ext cx="9326880" cy="4138507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6243533"/>
            <a:ext cx="8229600" cy="2869987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5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55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6" y="2963549"/>
            <a:ext cx="9464040" cy="494474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6" y="7955072"/>
            <a:ext cx="9464040" cy="26003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57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3164417"/>
            <a:ext cx="466344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3164417"/>
            <a:ext cx="466344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73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632886"/>
            <a:ext cx="9464040" cy="22976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2914016"/>
            <a:ext cx="4642008" cy="142811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4342130"/>
            <a:ext cx="4642008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1" y="2914016"/>
            <a:ext cx="4664869" cy="142811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1" y="4342130"/>
            <a:ext cx="4664869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14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79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84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792480"/>
            <a:ext cx="3539014" cy="277368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1711539"/>
            <a:ext cx="5554980" cy="8447617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3566160"/>
            <a:ext cx="3539014" cy="6606753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38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792480"/>
            <a:ext cx="3539014" cy="277368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1711539"/>
            <a:ext cx="5554980" cy="8447617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3566160"/>
            <a:ext cx="3539014" cy="6606753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92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81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1" y="632883"/>
            <a:ext cx="2366010" cy="100738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1" y="632883"/>
            <a:ext cx="6960870" cy="10073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21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632886"/>
            <a:ext cx="9464040" cy="2297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3164417"/>
            <a:ext cx="9464040" cy="754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11017676"/>
            <a:ext cx="246888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CAC08-62B0-E045-A04A-2F7EE929765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11017676"/>
            <a:ext cx="370332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11017676"/>
            <a:ext cx="246888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51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7B55EC1-9734-1567-3EE0-A1C17E6C5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991" y="6300392"/>
            <a:ext cx="5586808" cy="55868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37A763-2F17-947F-FC05-C4BFA036C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00392"/>
            <a:ext cx="5586808" cy="55868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CBDD21-08DD-3748-1069-8A3AA29E89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625"/>
          <a:stretch>
            <a:fillRect/>
          </a:stretch>
        </p:blipFill>
        <p:spPr>
          <a:xfrm>
            <a:off x="5385992" y="1139554"/>
            <a:ext cx="5586808" cy="51608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577151-E464-0A73-CDB0-00F6D75703B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625"/>
          <a:stretch>
            <a:fillRect/>
          </a:stretch>
        </p:blipFill>
        <p:spPr>
          <a:xfrm>
            <a:off x="1" y="1139556"/>
            <a:ext cx="5586808" cy="516083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06EB051-A005-9BA8-94A0-932A86C25894}"/>
              </a:ext>
            </a:extLst>
          </p:cNvPr>
          <p:cNvSpPr txBox="1"/>
          <p:nvPr/>
        </p:nvSpPr>
        <p:spPr>
          <a:xfrm>
            <a:off x="654274" y="1364708"/>
            <a:ext cx="4594382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Pre-2005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530F77-FBCC-8AE4-AB0B-CDC683FA9A79}"/>
              </a:ext>
            </a:extLst>
          </p:cNvPr>
          <p:cNvSpPr txBox="1"/>
          <p:nvPr/>
        </p:nvSpPr>
        <p:spPr>
          <a:xfrm>
            <a:off x="6040265" y="1364708"/>
            <a:ext cx="4594382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2005 – 2009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5046BA-6251-9726-CF38-B8EF79042EDB}"/>
              </a:ext>
            </a:extLst>
          </p:cNvPr>
          <p:cNvSpPr txBox="1"/>
          <p:nvPr/>
        </p:nvSpPr>
        <p:spPr>
          <a:xfrm>
            <a:off x="654274" y="6525545"/>
            <a:ext cx="4594382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2010 – 2014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9EAC19-1C13-786C-3E5D-606C6612EDE0}"/>
              </a:ext>
            </a:extLst>
          </p:cNvPr>
          <p:cNvSpPr txBox="1"/>
          <p:nvPr/>
        </p:nvSpPr>
        <p:spPr>
          <a:xfrm>
            <a:off x="6040265" y="6525545"/>
            <a:ext cx="4594382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2015 – Present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24F86F8-0F48-2999-F046-57C11D76A0C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980" t="11343" r="24052" b="79215"/>
          <a:stretch>
            <a:fillRect/>
          </a:stretch>
        </p:blipFill>
        <p:spPr>
          <a:xfrm>
            <a:off x="2611543" y="304002"/>
            <a:ext cx="5749714" cy="83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1578</TotalTime>
  <Words>11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McEntee, Jay</dc:creator>
  <cp:lastModifiedBy>Taylor Hiers</cp:lastModifiedBy>
  <cp:revision>12</cp:revision>
  <dcterms:created xsi:type="dcterms:W3CDTF">2024-12-30T22:01:59Z</dcterms:created>
  <dcterms:modified xsi:type="dcterms:W3CDTF">2026-06-23T18:49:23Z</dcterms:modified>
</cp:coreProperties>
</file>