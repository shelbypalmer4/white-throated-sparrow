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8580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19"/>
    <p:restoredTop sz="96327"/>
  </p:normalViewPr>
  <p:slideViewPr>
    <p:cSldViewPr snapToGrid="0">
      <p:cViewPr varScale="1">
        <p:scale>
          <a:sx n="171" d="100"/>
          <a:sy n="171" d="100"/>
        </p:scale>
        <p:origin x="97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346836"/>
            <a:ext cx="5829300" cy="28651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322446"/>
            <a:ext cx="5143500" cy="1986914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12/30/24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612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12/30/24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355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051688"/>
            <a:ext cx="5915025" cy="342328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5507358"/>
            <a:ext cx="5915025" cy="180022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12/30/24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423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190750"/>
            <a:ext cx="291465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190750"/>
            <a:ext cx="291465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12/30/24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89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38152"/>
            <a:ext cx="5915025" cy="15906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017396"/>
            <a:ext cx="2901255" cy="9886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006090"/>
            <a:ext cx="2901255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017396"/>
            <a:ext cx="2915543" cy="98869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006090"/>
            <a:ext cx="2915543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12/30/24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536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12/30/24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830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12/30/24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06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48640"/>
            <a:ext cx="2211884" cy="19202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184912"/>
            <a:ext cx="3471863" cy="584835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68880"/>
            <a:ext cx="2211884" cy="457390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12/30/24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09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48640"/>
            <a:ext cx="2211884" cy="19202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184912"/>
            <a:ext cx="3471863" cy="584835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468880"/>
            <a:ext cx="2211884" cy="457390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12/30/24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033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12/30/24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6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38150"/>
            <a:ext cx="1478756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38150"/>
            <a:ext cx="4350544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6CAC08-62B0-E045-A04A-2F7EE9297659}" type="datetimeFigureOut">
              <a:rPr lang="en-US" smtClean="0"/>
              <a:t>12/30/24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13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38152"/>
            <a:ext cx="5915025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190750"/>
            <a:ext cx="5915025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7627622"/>
            <a:ext cx="154305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6CAC08-62B0-E045-A04A-2F7EE9297659}" type="datetimeFigureOut">
              <a:rPr lang="en-US" smtClean="0"/>
              <a:t>12/30/24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7627622"/>
            <a:ext cx="231457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7627622"/>
            <a:ext cx="154305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E5422-26DB-A84E-9DAA-6C8A25B7E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923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67797A4E-CE58-A5DB-A062-0C330A940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352" y="637262"/>
            <a:ext cx="6206647" cy="3103324"/>
          </a:xfrm>
          <a:prstGeom prst="rect">
            <a:avLst/>
          </a:prstGeom>
        </p:spPr>
      </p:pic>
      <p:pic>
        <p:nvPicPr>
          <p:cNvPr id="7" name="Picture 6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265209B8-D85D-E8EA-8AEE-D70D452F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352" y="4114800"/>
            <a:ext cx="6206648" cy="31033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75A27B-A8F1-348C-2ED9-C902A73B1304}"/>
              </a:ext>
            </a:extLst>
          </p:cNvPr>
          <p:cNvSpPr txBox="1"/>
          <p:nvPr/>
        </p:nvSpPr>
        <p:spPr>
          <a:xfrm rot="16200000">
            <a:off x="-4013724" y="3779821"/>
            <a:ext cx="8663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Arial" panose="020B0604020202020204" pitchFamily="34" charset="0"/>
              </a:rPr>
              <a:t>Amplitude (percentage of peak)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6754A9-6D22-4E50-B7C1-21203B8D7135}"/>
              </a:ext>
            </a:extLst>
          </p:cNvPr>
          <p:cNvSpPr txBox="1"/>
          <p:nvPr/>
        </p:nvSpPr>
        <p:spPr>
          <a:xfrm>
            <a:off x="1148406" y="7218124"/>
            <a:ext cx="5058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cs typeface="Arial" panose="020B0604020202020204" pitchFamily="34" charset="0"/>
              </a:rPr>
              <a:t>Time (s)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51A0FF-A39F-8BB5-A2A2-B01E1AE1304B}"/>
              </a:ext>
            </a:extLst>
          </p:cNvPr>
          <p:cNvSpPr txBox="1"/>
          <p:nvPr/>
        </p:nvSpPr>
        <p:spPr>
          <a:xfrm>
            <a:off x="1386194" y="295292"/>
            <a:ext cx="1820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cs typeface="Arial" panose="020B0604020202020204" pitchFamily="34" charset="0"/>
              </a:rPr>
              <a:t>Trochaic Rhythm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1B3FFC-5AF9-78D7-C632-DF53E976C186}"/>
              </a:ext>
            </a:extLst>
          </p:cNvPr>
          <p:cNvSpPr txBox="1"/>
          <p:nvPr/>
        </p:nvSpPr>
        <p:spPr>
          <a:xfrm>
            <a:off x="4386178" y="295292"/>
            <a:ext cx="1820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cs typeface="Arial" panose="020B0604020202020204" pitchFamily="34" charset="0"/>
              </a:rPr>
              <a:t>Cretic Rhythm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9086C9-48AF-73CD-2E84-BBE3A2981A8B}"/>
              </a:ext>
            </a:extLst>
          </p:cNvPr>
          <p:cNvSpPr txBox="1"/>
          <p:nvPr/>
        </p:nvSpPr>
        <p:spPr>
          <a:xfrm>
            <a:off x="4386177" y="3767948"/>
            <a:ext cx="18204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cs typeface="Arial" panose="020B0604020202020204" pitchFamily="34" charset="0"/>
              </a:rPr>
              <a:t>Dactyl Rhythm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6216C4-87FA-D3D9-90BB-3AD246FC9E19}"/>
              </a:ext>
            </a:extLst>
          </p:cNvPr>
          <p:cNvSpPr txBox="1"/>
          <p:nvPr/>
        </p:nvSpPr>
        <p:spPr>
          <a:xfrm>
            <a:off x="1386194" y="3767948"/>
            <a:ext cx="18204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cs typeface="Arial" panose="020B0604020202020204" pitchFamily="34" charset="0"/>
              </a:rPr>
              <a:t>Cretic Rhythm</a:t>
            </a:r>
          </a:p>
        </p:txBody>
      </p:sp>
      <p:sp>
        <p:nvSpPr>
          <p:cNvPr id="21" name="Left Bracket 20">
            <a:extLst>
              <a:ext uri="{FF2B5EF4-FFF2-40B4-BE49-F238E27FC236}">
                <a16:creationId xmlns:a16="http://schemas.microsoft.com/office/drawing/2014/main" id="{3411CA01-5DCD-97E2-02F4-5A9662C2FD66}"/>
              </a:ext>
            </a:extLst>
          </p:cNvPr>
          <p:cNvSpPr/>
          <p:nvPr/>
        </p:nvSpPr>
        <p:spPr>
          <a:xfrm rot="5400000">
            <a:off x="4141382" y="4379278"/>
            <a:ext cx="92327" cy="233648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Left Bracket 21">
            <a:extLst>
              <a:ext uri="{FF2B5EF4-FFF2-40B4-BE49-F238E27FC236}">
                <a16:creationId xmlns:a16="http://schemas.microsoft.com/office/drawing/2014/main" id="{E9DD97AC-B1CB-6FCC-8F11-FD43BD36FA02}"/>
              </a:ext>
            </a:extLst>
          </p:cNvPr>
          <p:cNvSpPr/>
          <p:nvPr/>
        </p:nvSpPr>
        <p:spPr>
          <a:xfrm rot="5400000">
            <a:off x="4410623" y="4340600"/>
            <a:ext cx="92326" cy="126350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Left Bracket 22">
            <a:extLst>
              <a:ext uri="{FF2B5EF4-FFF2-40B4-BE49-F238E27FC236}">
                <a16:creationId xmlns:a16="http://schemas.microsoft.com/office/drawing/2014/main" id="{1BE7F1B2-4861-398F-DF38-29D69B0AB547}"/>
              </a:ext>
            </a:extLst>
          </p:cNvPr>
          <p:cNvSpPr/>
          <p:nvPr/>
        </p:nvSpPr>
        <p:spPr>
          <a:xfrm rot="5400000">
            <a:off x="4706129" y="4276151"/>
            <a:ext cx="92328" cy="70594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Left Bracket 23">
            <a:extLst>
              <a:ext uri="{FF2B5EF4-FFF2-40B4-BE49-F238E27FC236}">
                <a16:creationId xmlns:a16="http://schemas.microsoft.com/office/drawing/2014/main" id="{B4632640-6A8D-15A7-AF70-9AEEDA2FB3D5}"/>
              </a:ext>
            </a:extLst>
          </p:cNvPr>
          <p:cNvSpPr/>
          <p:nvPr/>
        </p:nvSpPr>
        <p:spPr>
          <a:xfrm rot="5400000">
            <a:off x="5048600" y="4390947"/>
            <a:ext cx="92328" cy="210312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Left Bracket 24">
            <a:extLst>
              <a:ext uri="{FF2B5EF4-FFF2-40B4-BE49-F238E27FC236}">
                <a16:creationId xmlns:a16="http://schemas.microsoft.com/office/drawing/2014/main" id="{E07F305F-635A-5729-B6B4-0BF24C2C1FDA}"/>
              </a:ext>
            </a:extLst>
          </p:cNvPr>
          <p:cNvSpPr/>
          <p:nvPr/>
        </p:nvSpPr>
        <p:spPr>
          <a:xfrm rot="5400000">
            <a:off x="5277757" y="4348468"/>
            <a:ext cx="91440" cy="109728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Left Bracket 25">
            <a:extLst>
              <a:ext uri="{FF2B5EF4-FFF2-40B4-BE49-F238E27FC236}">
                <a16:creationId xmlns:a16="http://schemas.microsoft.com/office/drawing/2014/main" id="{A1889E1D-F668-57E7-E7B1-32FFA849677A}"/>
              </a:ext>
            </a:extLst>
          </p:cNvPr>
          <p:cNvSpPr/>
          <p:nvPr/>
        </p:nvSpPr>
        <p:spPr>
          <a:xfrm rot="5400000">
            <a:off x="5549641" y="4276151"/>
            <a:ext cx="92328" cy="70594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F33580-B9D4-1FFA-D1D9-18F77ADD0C49}"/>
              </a:ext>
            </a:extLst>
          </p:cNvPr>
          <p:cNvSpPr txBox="1"/>
          <p:nvPr/>
        </p:nvSpPr>
        <p:spPr>
          <a:xfrm>
            <a:off x="4116683" y="4219103"/>
            <a:ext cx="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532221-69D4-07A1-3F05-51977FD2BB57}"/>
              </a:ext>
            </a:extLst>
          </p:cNvPr>
          <p:cNvSpPr txBox="1"/>
          <p:nvPr/>
        </p:nvSpPr>
        <p:spPr>
          <a:xfrm>
            <a:off x="4375600" y="4131955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4E6C3AE-E94B-2143-8EE1-F34DC62A0E08}"/>
              </a:ext>
            </a:extLst>
          </p:cNvPr>
          <p:cNvSpPr txBox="1"/>
          <p:nvPr/>
        </p:nvSpPr>
        <p:spPr>
          <a:xfrm>
            <a:off x="4672787" y="4034449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CCB7D48-5314-C222-1D3C-85518326DD8F}"/>
              </a:ext>
            </a:extLst>
          </p:cNvPr>
          <p:cNvSpPr txBox="1"/>
          <p:nvPr/>
        </p:nvSpPr>
        <p:spPr>
          <a:xfrm>
            <a:off x="5021880" y="4219103"/>
            <a:ext cx="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7B2A380-4C15-3E0E-B57A-8E59F488C71A}"/>
              </a:ext>
            </a:extLst>
          </p:cNvPr>
          <p:cNvSpPr txBox="1"/>
          <p:nvPr/>
        </p:nvSpPr>
        <p:spPr>
          <a:xfrm>
            <a:off x="5243627" y="4131955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93D8FF-40DC-44EB-AD2F-BAC132EC0D85}"/>
              </a:ext>
            </a:extLst>
          </p:cNvPr>
          <p:cNvSpPr txBox="1"/>
          <p:nvPr/>
        </p:nvSpPr>
        <p:spPr>
          <a:xfrm>
            <a:off x="5518512" y="4034449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36" name="Left Bracket 35">
            <a:extLst>
              <a:ext uri="{FF2B5EF4-FFF2-40B4-BE49-F238E27FC236}">
                <a16:creationId xmlns:a16="http://schemas.microsoft.com/office/drawing/2014/main" id="{8117576C-A2A4-1937-0E82-C64E349FEDEF}"/>
              </a:ext>
            </a:extLst>
          </p:cNvPr>
          <p:cNvSpPr/>
          <p:nvPr/>
        </p:nvSpPr>
        <p:spPr>
          <a:xfrm rot="5400000">
            <a:off x="1169201" y="4383492"/>
            <a:ext cx="92327" cy="269064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Left Bracket 36">
            <a:extLst>
              <a:ext uri="{FF2B5EF4-FFF2-40B4-BE49-F238E27FC236}">
                <a16:creationId xmlns:a16="http://schemas.microsoft.com/office/drawing/2014/main" id="{90928B05-462F-7391-D122-B1447C26A5FB}"/>
              </a:ext>
            </a:extLst>
          </p:cNvPr>
          <p:cNvSpPr/>
          <p:nvPr/>
        </p:nvSpPr>
        <p:spPr>
          <a:xfrm rot="5400000">
            <a:off x="1495951" y="4370832"/>
            <a:ext cx="92326" cy="109728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Left Bracket 37">
            <a:extLst>
              <a:ext uri="{FF2B5EF4-FFF2-40B4-BE49-F238E27FC236}">
                <a16:creationId xmlns:a16="http://schemas.microsoft.com/office/drawing/2014/main" id="{36554C7A-F646-B0FE-00A7-4BEA94B257E1}"/>
              </a:ext>
            </a:extLst>
          </p:cNvPr>
          <p:cNvSpPr/>
          <p:nvPr/>
        </p:nvSpPr>
        <p:spPr>
          <a:xfrm rot="5400000">
            <a:off x="1773498" y="4209924"/>
            <a:ext cx="92326" cy="246888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3CE7EA-6849-1329-5551-04C7213BD4FD}"/>
              </a:ext>
            </a:extLst>
          </p:cNvPr>
          <p:cNvSpPr txBox="1"/>
          <p:nvPr/>
        </p:nvSpPr>
        <p:spPr>
          <a:xfrm>
            <a:off x="1141662" y="4241024"/>
            <a:ext cx="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87E2772-37FA-F754-8A06-580BF15CD087}"/>
              </a:ext>
            </a:extLst>
          </p:cNvPr>
          <p:cNvSpPr txBox="1"/>
          <p:nvPr/>
        </p:nvSpPr>
        <p:spPr>
          <a:xfrm>
            <a:off x="1467485" y="4153876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8F90E37-0540-5FB9-5737-93124929368E}"/>
              </a:ext>
            </a:extLst>
          </p:cNvPr>
          <p:cNvSpPr txBox="1"/>
          <p:nvPr/>
        </p:nvSpPr>
        <p:spPr>
          <a:xfrm>
            <a:off x="1742370" y="4056370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48" name="Left Bracket 47">
            <a:extLst>
              <a:ext uri="{FF2B5EF4-FFF2-40B4-BE49-F238E27FC236}">
                <a16:creationId xmlns:a16="http://schemas.microsoft.com/office/drawing/2014/main" id="{85ED10D4-E851-A6C2-E103-9435C2DD3670}"/>
              </a:ext>
            </a:extLst>
          </p:cNvPr>
          <p:cNvSpPr/>
          <p:nvPr/>
        </p:nvSpPr>
        <p:spPr>
          <a:xfrm rot="5400000">
            <a:off x="2309007" y="4361571"/>
            <a:ext cx="92327" cy="269064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Left Bracket 48">
            <a:extLst>
              <a:ext uri="{FF2B5EF4-FFF2-40B4-BE49-F238E27FC236}">
                <a16:creationId xmlns:a16="http://schemas.microsoft.com/office/drawing/2014/main" id="{744C1410-D951-ACEB-A282-64014CF09490}"/>
              </a:ext>
            </a:extLst>
          </p:cNvPr>
          <p:cNvSpPr/>
          <p:nvPr/>
        </p:nvSpPr>
        <p:spPr>
          <a:xfrm rot="5400000">
            <a:off x="2635757" y="4348911"/>
            <a:ext cx="92326" cy="109728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Left Bracket 49">
            <a:extLst>
              <a:ext uri="{FF2B5EF4-FFF2-40B4-BE49-F238E27FC236}">
                <a16:creationId xmlns:a16="http://schemas.microsoft.com/office/drawing/2014/main" id="{AC3EA821-6984-A9D2-F2BC-84DF72649A48}"/>
              </a:ext>
            </a:extLst>
          </p:cNvPr>
          <p:cNvSpPr/>
          <p:nvPr/>
        </p:nvSpPr>
        <p:spPr>
          <a:xfrm rot="5400000">
            <a:off x="2913304" y="4188003"/>
            <a:ext cx="92326" cy="246888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275CA3-6180-B000-FF95-F990246EB3AF}"/>
              </a:ext>
            </a:extLst>
          </p:cNvPr>
          <p:cNvSpPr txBox="1"/>
          <p:nvPr/>
        </p:nvSpPr>
        <p:spPr>
          <a:xfrm>
            <a:off x="2281468" y="4219103"/>
            <a:ext cx="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AC39B1B-C8EA-355C-862A-A77378D9E248}"/>
              </a:ext>
            </a:extLst>
          </p:cNvPr>
          <p:cNvSpPr txBox="1"/>
          <p:nvPr/>
        </p:nvSpPr>
        <p:spPr>
          <a:xfrm>
            <a:off x="2607291" y="4131955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5EF348A-2A80-17D8-C533-8711CB7F80F5}"/>
              </a:ext>
            </a:extLst>
          </p:cNvPr>
          <p:cNvSpPr txBox="1"/>
          <p:nvPr/>
        </p:nvSpPr>
        <p:spPr>
          <a:xfrm>
            <a:off x="2882176" y="4034449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C</a:t>
            </a:r>
          </a:p>
        </p:txBody>
      </p:sp>
      <p:sp>
        <p:nvSpPr>
          <p:cNvPr id="54" name="Left Bracket 53">
            <a:extLst>
              <a:ext uri="{FF2B5EF4-FFF2-40B4-BE49-F238E27FC236}">
                <a16:creationId xmlns:a16="http://schemas.microsoft.com/office/drawing/2014/main" id="{0633E5F2-4C0B-C147-C6D0-F47425C90986}"/>
              </a:ext>
            </a:extLst>
          </p:cNvPr>
          <p:cNvSpPr/>
          <p:nvPr/>
        </p:nvSpPr>
        <p:spPr>
          <a:xfrm rot="5400000">
            <a:off x="1074860" y="725290"/>
            <a:ext cx="92328" cy="442878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Left Bracket 54">
            <a:extLst>
              <a:ext uri="{FF2B5EF4-FFF2-40B4-BE49-F238E27FC236}">
                <a16:creationId xmlns:a16="http://schemas.microsoft.com/office/drawing/2014/main" id="{851F9974-2078-89D4-37BB-BC6C8A8AB3A7}"/>
              </a:ext>
            </a:extLst>
          </p:cNvPr>
          <p:cNvSpPr/>
          <p:nvPr/>
        </p:nvSpPr>
        <p:spPr>
          <a:xfrm rot="5400000">
            <a:off x="1496394" y="799092"/>
            <a:ext cx="91440" cy="109728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69B5B4F-39F0-96B8-6503-EE643DEC2C5A}"/>
              </a:ext>
            </a:extLst>
          </p:cNvPr>
          <p:cNvSpPr txBox="1"/>
          <p:nvPr/>
        </p:nvSpPr>
        <p:spPr>
          <a:xfrm>
            <a:off x="1057056" y="669728"/>
            <a:ext cx="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10D2417-2B3D-9FB3-625C-9D0C719F84A7}"/>
              </a:ext>
            </a:extLst>
          </p:cNvPr>
          <p:cNvSpPr txBox="1"/>
          <p:nvPr/>
        </p:nvSpPr>
        <p:spPr>
          <a:xfrm>
            <a:off x="1472088" y="582580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58" name="Left Bracket 57">
            <a:extLst>
              <a:ext uri="{FF2B5EF4-FFF2-40B4-BE49-F238E27FC236}">
                <a16:creationId xmlns:a16="http://schemas.microsoft.com/office/drawing/2014/main" id="{233D2AAC-1AFD-6794-1FC2-81A794ED0E2C}"/>
              </a:ext>
            </a:extLst>
          </p:cNvPr>
          <p:cNvSpPr/>
          <p:nvPr/>
        </p:nvSpPr>
        <p:spPr>
          <a:xfrm rot="5400000">
            <a:off x="1861457" y="732326"/>
            <a:ext cx="87578" cy="402336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Left Bracket 58">
            <a:extLst>
              <a:ext uri="{FF2B5EF4-FFF2-40B4-BE49-F238E27FC236}">
                <a16:creationId xmlns:a16="http://schemas.microsoft.com/office/drawing/2014/main" id="{753FDC07-355F-F48E-88D7-852A98DF05DB}"/>
              </a:ext>
            </a:extLst>
          </p:cNvPr>
          <p:cNvSpPr/>
          <p:nvPr/>
        </p:nvSpPr>
        <p:spPr>
          <a:xfrm rot="5400000">
            <a:off x="2247187" y="797376"/>
            <a:ext cx="91440" cy="91440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9102E26-8C36-599E-4330-6E940DDF8F1D}"/>
              </a:ext>
            </a:extLst>
          </p:cNvPr>
          <p:cNvSpPr txBox="1"/>
          <p:nvPr/>
        </p:nvSpPr>
        <p:spPr>
          <a:xfrm>
            <a:off x="1843309" y="658868"/>
            <a:ext cx="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D22828F-99B5-1B55-D964-52D23740D9D0}"/>
              </a:ext>
            </a:extLst>
          </p:cNvPr>
          <p:cNvSpPr txBox="1"/>
          <p:nvPr/>
        </p:nvSpPr>
        <p:spPr>
          <a:xfrm>
            <a:off x="2213737" y="571720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62" name="Left Bracket 61">
            <a:extLst>
              <a:ext uri="{FF2B5EF4-FFF2-40B4-BE49-F238E27FC236}">
                <a16:creationId xmlns:a16="http://schemas.microsoft.com/office/drawing/2014/main" id="{3BF667F4-2D97-7FA3-84E2-B661CD9B5A3E}"/>
              </a:ext>
            </a:extLst>
          </p:cNvPr>
          <p:cNvSpPr/>
          <p:nvPr/>
        </p:nvSpPr>
        <p:spPr>
          <a:xfrm rot="5400000">
            <a:off x="2579554" y="732326"/>
            <a:ext cx="87578" cy="402336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Left Bracket 62">
            <a:extLst>
              <a:ext uri="{FF2B5EF4-FFF2-40B4-BE49-F238E27FC236}">
                <a16:creationId xmlns:a16="http://schemas.microsoft.com/office/drawing/2014/main" id="{29B80C57-B9CB-BA4F-18BE-4FEB42FECA15}"/>
              </a:ext>
            </a:extLst>
          </p:cNvPr>
          <p:cNvSpPr/>
          <p:nvPr/>
        </p:nvSpPr>
        <p:spPr>
          <a:xfrm rot="5400000">
            <a:off x="2969856" y="801948"/>
            <a:ext cx="91440" cy="82296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EB10442-1594-75AE-61C3-C89D7C3D531D}"/>
              </a:ext>
            </a:extLst>
          </p:cNvPr>
          <p:cNvSpPr txBox="1"/>
          <p:nvPr/>
        </p:nvSpPr>
        <p:spPr>
          <a:xfrm>
            <a:off x="2561406" y="658868"/>
            <a:ext cx="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8898FDF-608A-015B-7531-61A313DBE25E}"/>
              </a:ext>
            </a:extLst>
          </p:cNvPr>
          <p:cNvSpPr txBox="1"/>
          <p:nvPr/>
        </p:nvSpPr>
        <p:spPr>
          <a:xfrm>
            <a:off x="2939268" y="571720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66" name="Left Bracket 65">
            <a:extLst>
              <a:ext uri="{FF2B5EF4-FFF2-40B4-BE49-F238E27FC236}">
                <a16:creationId xmlns:a16="http://schemas.microsoft.com/office/drawing/2014/main" id="{769A35D3-AAC9-6CC2-70C2-B652BD70CD87}"/>
              </a:ext>
            </a:extLst>
          </p:cNvPr>
          <p:cNvSpPr/>
          <p:nvPr/>
        </p:nvSpPr>
        <p:spPr>
          <a:xfrm rot="5400000">
            <a:off x="3313323" y="731437"/>
            <a:ext cx="87578" cy="402336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8B1C8A1-3DDD-9618-2551-A7E44226122C}"/>
              </a:ext>
            </a:extLst>
          </p:cNvPr>
          <p:cNvSpPr txBox="1"/>
          <p:nvPr/>
        </p:nvSpPr>
        <p:spPr>
          <a:xfrm>
            <a:off x="3295175" y="657979"/>
            <a:ext cx="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68" name="Left Bracket 67">
            <a:extLst>
              <a:ext uri="{FF2B5EF4-FFF2-40B4-BE49-F238E27FC236}">
                <a16:creationId xmlns:a16="http://schemas.microsoft.com/office/drawing/2014/main" id="{4268C226-A81E-41FA-E0A6-C53FEF40845B}"/>
              </a:ext>
            </a:extLst>
          </p:cNvPr>
          <p:cNvSpPr/>
          <p:nvPr/>
        </p:nvSpPr>
        <p:spPr>
          <a:xfrm rot="5400000">
            <a:off x="4266190" y="805828"/>
            <a:ext cx="96746" cy="277384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Left Bracket 68">
            <a:extLst>
              <a:ext uri="{FF2B5EF4-FFF2-40B4-BE49-F238E27FC236}">
                <a16:creationId xmlns:a16="http://schemas.microsoft.com/office/drawing/2014/main" id="{A9B787F8-6BF7-34F5-8018-407B9B211111}"/>
              </a:ext>
            </a:extLst>
          </p:cNvPr>
          <p:cNvSpPr/>
          <p:nvPr/>
        </p:nvSpPr>
        <p:spPr>
          <a:xfrm rot="5400000">
            <a:off x="4595971" y="803818"/>
            <a:ext cx="91440" cy="91440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CF04548-703D-7875-0A9F-61E0C89251DD}"/>
              </a:ext>
            </a:extLst>
          </p:cNvPr>
          <p:cNvSpPr txBox="1"/>
          <p:nvPr/>
        </p:nvSpPr>
        <p:spPr>
          <a:xfrm>
            <a:off x="4244134" y="665310"/>
            <a:ext cx="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40B764E-662C-DDC8-DB19-3513474802C2}"/>
              </a:ext>
            </a:extLst>
          </p:cNvPr>
          <p:cNvSpPr txBox="1"/>
          <p:nvPr/>
        </p:nvSpPr>
        <p:spPr>
          <a:xfrm>
            <a:off x="4562521" y="578162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72" name="Left Bracket 71">
            <a:extLst>
              <a:ext uri="{FF2B5EF4-FFF2-40B4-BE49-F238E27FC236}">
                <a16:creationId xmlns:a16="http://schemas.microsoft.com/office/drawing/2014/main" id="{315CC6F3-F382-39BC-A351-657C25C777A5}"/>
              </a:ext>
            </a:extLst>
          </p:cNvPr>
          <p:cNvSpPr/>
          <p:nvPr/>
        </p:nvSpPr>
        <p:spPr>
          <a:xfrm rot="5400000">
            <a:off x="4883407" y="788957"/>
            <a:ext cx="91109" cy="283768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ECF7DD9-8ADA-2EF4-C560-C8F387D92F45}"/>
              </a:ext>
            </a:extLst>
          </p:cNvPr>
          <p:cNvSpPr txBox="1"/>
          <p:nvPr/>
        </p:nvSpPr>
        <p:spPr>
          <a:xfrm>
            <a:off x="4859400" y="654450"/>
            <a:ext cx="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74" name="Left Bracket 73">
            <a:extLst>
              <a:ext uri="{FF2B5EF4-FFF2-40B4-BE49-F238E27FC236}">
                <a16:creationId xmlns:a16="http://schemas.microsoft.com/office/drawing/2014/main" id="{38842855-A844-E684-83B5-170EE26BA317}"/>
              </a:ext>
            </a:extLst>
          </p:cNvPr>
          <p:cNvSpPr/>
          <p:nvPr/>
        </p:nvSpPr>
        <p:spPr>
          <a:xfrm rot="5400000">
            <a:off x="5408116" y="701656"/>
            <a:ext cx="92331" cy="283769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6BFE0BD-36FB-257E-14BB-03F6CCEFBE73}"/>
              </a:ext>
            </a:extLst>
          </p:cNvPr>
          <p:cNvSpPr txBox="1"/>
          <p:nvPr/>
        </p:nvSpPr>
        <p:spPr>
          <a:xfrm>
            <a:off x="5376820" y="571720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76" name="Left Bracket 75">
            <a:extLst>
              <a:ext uri="{FF2B5EF4-FFF2-40B4-BE49-F238E27FC236}">
                <a16:creationId xmlns:a16="http://schemas.microsoft.com/office/drawing/2014/main" id="{A1C1BCE8-CE77-9BB2-30F1-67E1FF589E25}"/>
              </a:ext>
            </a:extLst>
          </p:cNvPr>
          <p:cNvSpPr/>
          <p:nvPr/>
        </p:nvSpPr>
        <p:spPr>
          <a:xfrm rot="5400000">
            <a:off x="5755312" y="859906"/>
            <a:ext cx="64226" cy="100584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51DDF7F-70AE-F494-08B0-95085549CDEB}"/>
              </a:ext>
            </a:extLst>
          </p:cNvPr>
          <p:cNvSpPr txBox="1"/>
          <p:nvPr/>
        </p:nvSpPr>
        <p:spPr>
          <a:xfrm>
            <a:off x="5710592" y="647248"/>
            <a:ext cx="728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A</a:t>
            </a:r>
          </a:p>
        </p:txBody>
      </p:sp>
      <p:sp>
        <p:nvSpPr>
          <p:cNvPr id="78" name="Left Bracket 77">
            <a:extLst>
              <a:ext uri="{FF2B5EF4-FFF2-40B4-BE49-F238E27FC236}">
                <a16:creationId xmlns:a16="http://schemas.microsoft.com/office/drawing/2014/main" id="{92451F17-DA7F-A162-D21C-CBD0060D2A20}"/>
              </a:ext>
            </a:extLst>
          </p:cNvPr>
          <p:cNvSpPr/>
          <p:nvPr/>
        </p:nvSpPr>
        <p:spPr>
          <a:xfrm rot="5400000">
            <a:off x="6020969" y="704997"/>
            <a:ext cx="92331" cy="283769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9CA6F5F-8522-736F-FC5B-D1CEDCA0B3AE}"/>
              </a:ext>
            </a:extLst>
          </p:cNvPr>
          <p:cNvSpPr txBox="1"/>
          <p:nvPr/>
        </p:nvSpPr>
        <p:spPr>
          <a:xfrm>
            <a:off x="5989673" y="575061"/>
            <a:ext cx="776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B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C5C8D81-BB6E-8623-85EB-32F373BFCCBB}"/>
              </a:ext>
            </a:extLst>
          </p:cNvPr>
          <p:cNvSpPr txBox="1"/>
          <p:nvPr/>
        </p:nvSpPr>
        <p:spPr>
          <a:xfrm>
            <a:off x="430631" y="184966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a)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87D73B1-7DAA-A9EF-0B20-80FB6B82B21B}"/>
              </a:ext>
            </a:extLst>
          </p:cNvPr>
          <p:cNvSpPr txBox="1"/>
          <p:nvPr/>
        </p:nvSpPr>
        <p:spPr>
          <a:xfrm>
            <a:off x="427620" y="3672348"/>
            <a:ext cx="377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968983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</TotalTime>
  <Words>47</Words>
  <Application>Microsoft Macintosh PowerPoint</Application>
  <PresentationFormat>Custom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McEntee, Jay</dc:creator>
  <cp:lastModifiedBy>McEntee, Jay</cp:lastModifiedBy>
  <cp:revision>8</cp:revision>
  <dcterms:created xsi:type="dcterms:W3CDTF">2024-12-30T22:01:59Z</dcterms:created>
  <dcterms:modified xsi:type="dcterms:W3CDTF">2024-12-30T22:55:01Z</dcterms:modified>
</cp:coreProperties>
</file>